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Playfair Display"/>
      <p:regular r:id="rId17"/>
    </p:embeddedFont>
    <p:embeddedFont>
      <p:font typeface="Playfair Display"/>
      <p:regular r:id="rId18"/>
    </p:embeddedFont>
    <p:embeddedFont>
      <p:font typeface="Playfair Display"/>
      <p:regular r:id="rId19"/>
    </p:embeddedFont>
    <p:embeddedFont>
      <p:font typeface="Playfair Display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9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The Future of Fashion Visualisation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concepts into captivating digital reality for designers and merchandisers.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0457"/>
            <a:ext cx="1445300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68442"/>
            <a:ext cx="117312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MISSION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17427"/>
            <a:ext cx="715732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Crafting Bespoke Garment Visuals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919538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deliver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realistic, high-quality garment visualisations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tailored to your exact specifications. From fabric to fit, every detail is meticulously rendered.</a:t>
            </a:r>
            <a:endParaRPr lang="en-US" sz="17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9981" y="2479715"/>
            <a:ext cx="8284131" cy="46942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324" y="773787"/>
            <a:ext cx="1969889" cy="350877"/>
          </a:xfrm>
          <a:prstGeom prst="roundRect">
            <a:avLst>
              <a:gd name="adj" fmla="val 6697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802719" y="832485"/>
            <a:ext cx="1735098" cy="233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CREATIVE INPUTS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324" y="1192173"/>
            <a:ext cx="4364593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Your Vision, Our Canvas</a:t>
            </a:r>
            <a:endParaRPr lang="en-US" sz="3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324" y="1935123"/>
            <a:ext cx="1388745" cy="13887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324" y="3535085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Fabric Type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5324" y="3942398"/>
            <a:ext cx="3156466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Choose from an extensive library of realistic textiles.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007" y="1935123"/>
            <a:ext cx="1388864" cy="13888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53007" y="3535204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Garment Colour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4053007" y="3942517"/>
            <a:ext cx="3156585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Specify the perfect hue for your design.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808" y="1935123"/>
            <a:ext cx="1388745" cy="138874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20808" y="3535085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Pattern Image</a:t>
            </a:r>
            <a:endParaRPr lang="en-US" sz="1900" dirty="0"/>
          </a:p>
        </p:txBody>
      </p:sp>
      <p:sp>
        <p:nvSpPr>
          <p:cNvPr id="13" name="Text 8"/>
          <p:cNvSpPr/>
          <p:nvPr/>
        </p:nvSpPr>
        <p:spPr>
          <a:xfrm>
            <a:off x="7420808" y="3942398"/>
            <a:ext cx="3156466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Seamlessly apply any uploaded pattern as a garment texture.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1935123"/>
            <a:ext cx="1388864" cy="138886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788491" y="3535204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Garment Type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10788491" y="3942517"/>
            <a:ext cx="3156585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dresses to denim, define the apparel.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24" y="4864418"/>
            <a:ext cx="1388745" cy="138874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85324" y="6464379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Size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685324" y="6871692"/>
            <a:ext cx="3156466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 the desired fit, from slim to loose.</a:t>
            </a:r>
            <a:endParaRPr lang="en-US" sz="15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3007" y="4864418"/>
            <a:ext cx="1388864" cy="138886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053007" y="6464498"/>
            <a:ext cx="2447687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Reference Photo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4053007" y="6871811"/>
            <a:ext cx="3156585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an optional user photo for personalised modelling.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71588"/>
            <a:ext cx="2077522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39572"/>
            <a:ext cx="180534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FIT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88557"/>
            <a:ext cx="515147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Precision in Proportions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3035856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3F3F7"/>
          </a:solidFill>
          <a:ln/>
        </p:spPr>
      </p:sp>
      <p:sp>
        <p:nvSpPr>
          <p:cNvPr id="6" name="Shape 4"/>
          <p:cNvSpPr/>
          <p:nvPr/>
        </p:nvSpPr>
        <p:spPr>
          <a:xfrm>
            <a:off x="793790" y="3005376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7" name="Shape 5"/>
          <p:cNvSpPr/>
          <p:nvPr/>
        </p:nvSpPr>
        <p:spPr>
          <a:xfrm>
            <a:off x="3657540" y="269569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01014"/>
          </a:solidFill>
          <a:ln/>
        </p:spPr>
      </p:sp>
      <p:sp>
        <p:nvSpPr>
          <p:cNvPr id="8" name="Text 6"/>
          <p:cNvSpPr/>
          <p:nvPr/>
        </p:nvSpPr>
        <p:spPr>
          <a:xfrm>
            <a:off x="3861614" y="286583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51084" y="36028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Size S: Slim Fit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084" y="4093250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Contoured to the body, emphasising the silhouette.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3035856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3F3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428548" y="3005376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92298" y="269569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01014"/>
          </a:solidFill>
          <a:ln/>
        </p:spPr>
      </p:sp>
      <p:sp>
        <p:nvSpPr>
          <p:cNvPr id="14" name="Text 12"/>
          <p:cNvSpPr/>
          <p:nvPr/>
        </p:nvSpPr>
        <p:spPr>
          <a:xfrm>
            <a:off x="10496371" y="286583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685842" y="36028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Size M: Regular Fit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685842" y="4093250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balanced cut, comfortable yet classic.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280422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3F3F7"/>
          </a:solidFill>
          <a:ln/>
        </p:spPr>
      </p:sp>
      <p:sp>
        <p:nvSpPr>
          <p:cNvPr id="18" name="Shape 16"/>
          <p:cNvSpPr/>
          <p:nvPr/>
        </p:nvSpPr>
        <p:spPr>
          <a:xfrm>
            <a:off x="793790" y="5249942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540" y="494026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01014"/>
          </a:solidFill>
          <a:ln/>
        </p:spPr>
      </p:sp>
      <p:sp>
        <p:nvSpPr>
          <p:cNvPr id="20" name="Text 18"/>
          <p:cNvSpPr/>
          <p:nvPr/>
        </p:nvSpPr>
        <p:spPr>
          <a:xfrm>
            <a:off x="3861614" y="511040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51084" y="58473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Size L: Relaxed Fit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51084" y="6337816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Generous proportions for a comfortable, easy wear.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7428548" y="5280422"/>
            <a:ext cx="6408063" cy="1677591"/>
          </a:xfrm>
          <a:prstGeom prst="roundRect">
            <a:avLst>
              <a:gd name="adj" fmla="val 8721"/>
            </a:avLst>
          </a:prstGeom>
          <a:solidFill>
            <a:srgbClr val="F3F3F7"/>
          </a:solidFill>
          <a:ln/>
        </p:spPr>
      </p:sp>
      <p:sp>
        <p:nvSpPr>
          <p:cNvPr id="24" name="Shape 22"/>
          <p:cNvSpPr/>
          <p:nvPr/>
        </p:nvSpPr>
        <p:spPr>
          <a:xfrm>
            <a:off x="7428548" y="5249942"/>
            <a:ext cx="6408063" cy="121920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92298" y="4940260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01014"/>
          </a:solidFill>
          <a:ln/>
        </p:spPr>
      </p:sp>
      <p:sp>
        <p:nvSpPr>
          <p:cNvPr id="26" name="Text 24"/>
          <p:cNvSpPr/>
          <p:nvPr/>
        </p:nvSpPr>
        <p:spPr>
          <a:xfrm>
            <a:off x="10496371" y="511040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685842" y="58473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Size XL: Loose Fit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85842" y="6337816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oversized aesthetic for maximum comfort and style.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4638913"/>
            <a:ext cx="1947029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4706898"/>
            <a:ext cx="167485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PRINCIPLES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5155883"/>
            <a:ext cx="586942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Mastering Garment Realism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793790" y="60630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advanced rendering ensures unparalleled authenticity.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712589"/>
            <a:ext cx="1134070" cy="13608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54674" y="939403"/>
            <a:ext cx="36968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Fabric &amp; Colour Application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2154674" y="142982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Selected materials and colours applied with natural accuracy.</a:t>
            </a:r>
            <a:endParaRPr lang="en-US" sz="1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073473"/>
            <a:ext cx="1134070" cy="136088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54674" y="2300288"/>
            <a:ext cx="37773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Seamless Pattern Integration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2154674" y="2790706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Pattern images flow effortlessly across garment surfaces.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434358"/>
            <a:ext cx="1134070" cy="136088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154674" y="3661172"/>
            <a:ext cx="30915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Realistic Folds &amp; Drape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2154674" y="4151590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Dynamic fabric behaviour mirroring real-world physics.</a:t>
            </a:r>
            <a:endParaRPr lang="en-US" sz="1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795242"/>
            <a:ext cx="1134070" cy="136088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54674" y="502205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Accurate Size &amp; Fit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2154674" y="5512475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Garment adheres to specified fit, maintaining proportions.</a:t>
            </a:r>
            <a:endParaRPr lang="en-US" sz="17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156127"/>
            <a:ext cx="1134070" cy="136088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154674" y="6382941"/>
            <a:ext cx="31882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Proportion &amp; Symmetry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2154674" y="6873359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aspect meticulously balanced for visual harmony.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00457"/>
            <a:ext cx="2968704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868442"/>
            <a:ext cx="26965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 &amp; PHOTOGRAPHY STYLE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17427"/>
            <a:ext cx="638817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E-commerce Ready Excellence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479715"/>
            <a:ext cx="8284131" cy="46942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38943" y="2734628"/>
            <a:ext cx="4205168" cy="3992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Studio-Quality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Precision lighting, perfect angles.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Soft Professional Lighting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Enhances texture, minimises harsh shadows.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Clean, Neutral Background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Focus solely on the garment.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Resolution, Sharp Focus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Crystal clear detail for every pixel.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E-commerce Ready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Optimised for online retail platforms.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669143"/>
            <a:ext cx="2874407" cy="426244"/>
          </a:xfrm>
          <a:prstGeom prst="roundRect">
            <a:avLst>
              <a:gd name="adj" fmla="val 6386"/>
            </a:avLst>
          </a:prstGeom>
          <a:solidFill>
            <a:srgbClr val="E3E3E8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737128"/>
            <a:ext cx="260223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IMPORTANT CONSIDERATIONS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186113"/>
            <a:ext cx="656594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Ethical &amp; Aesthetic Constraints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4093250"/>
            <a:ext cx="4196358" cy="1467088"/>
          </a:xfrm>
          <a:prstGeom prst="roundRect">
            <a:avLst>
              <a:gd name="adj" fmla="val 2319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181" y="3987641"/>
            <a:ext cx="272177" cy="27217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579" y="5393769"/>
            <a:ext cx="272177" cy="2721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4431" y="4463891"/>
            <a:ext cx="34550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distortion of face, hands, or body in human models.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4093250"/>
            <a:ext cx="4196358" cy="1467088"/>
          </a:xfrm>
          <a:prstGeom prst="roundRect">
            <a:avLst>
              <a:gd name="adj" fmla="val 2319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353" y="3987641"/>
            <a:ext cx="272177" cy="272177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6751" y="5393769"/>
            <a:ext cx="272177" cy="27217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87603" y="4463891"/>
            <a:ext cx="34550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Avoid exaggerated or unrealistic styling; authenticity is key.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4093250"/>
            <a:ext cx="4196358" cy="1467088"/>
          </a:xfrm>
          <a:prstGeom prst="roundRect">
            <a:avLst>
              <a:gd name="adj" fmla="val 2319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4525" y="3987641"/>
            <a:ext cx="272177" cy="272177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69923" y="5393769"/>
            <a:ext cx="272177" cy="272177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10775" y="4463891"/>
            <a:ext cx="34550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Absolutely no background clutter or distracting artefacts.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74408"/>
            <a:ext cx="498681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Our Seamless Workflow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852" y="1995011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188" y="3153996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53468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Final Render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3771" y="3155219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53468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Fit Adjust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6964" y="3155219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53468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Construction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7115" y="3155219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53468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Fabric Select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689217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initial concept to final image, our process ensures efficiency and precision at every stage.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14782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Your Final Product: A Visual Masterpiece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448889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Experience the ultimate in digital garment representation – a photorealistic image ready to captivate your audience.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2026-02-07T09:29:55Z</dcterms:created>
  <dcterms:modified xsi:type="dcterms:W3CDTF">2026-02-07T09:29:55Z</dcterms:modified>
</cp:coreProperties>
</file>